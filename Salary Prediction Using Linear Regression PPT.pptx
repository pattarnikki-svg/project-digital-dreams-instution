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64" r:id="rId5"/>
    <p:sldId id="265" r:id="rId6"/>
    <p:sldId id="266" r:id="rId7"/>
    <p:sldId id="267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war Santosh Hiremath" userId="f40afb60cbfa0a6f" providerId="LiveId" clId="{1915CE94-3A47-4265-B4D8-1EADAACD1E29}"/>
    <pc:docChg chg="addSld modSld sldOrd">
      <pc:chgData name="Sarveshwar Santosh Hiremath" userId="f40afb60cbfa0a6f" providerId="LiveId" clId="{1915CE94-3A47-4265-B4D8-1EADAACD1E29}" dt="2025-12-06T14:08:07.096" v="8"/>
      <pc:docMkLst>
        <pc:docMk/>
      </pc:docMkLst>
      <pc:sldChg chg="addSp modSp new mod ord">
        <pc:chgData name="Sarveshwar Santosh Hiremath" userId="f40afb60cbfa0a6f" providerId="LiveId" clId="{1915CE94-3A47-4265-B4D8-1EADAACD1E29}" dt="2025-12-06T14:08:07.096" v="8"/>
        <pc:sldMkLst>
          <pc:docMk/>
          <pc:sldMk cId="609922520" sldId="269"/>
        </pc:sldMkLst>
        <pc:picChg chg="add mod">
          <ac:chgData name="Sarveshwar Santosh Hiremath" userId="f40afb60cbfa0a6f" providerId="LiveId" clId="{1915CE94-3A47-4265-B4D8-1EADAACD1E29}" dt="2025-12-06T14:07:55.581" v="6" actId="14100"/>
          <ac:picMkLst>
            <pc:docMk/>
            <pc:sldMk cId="609922520" sldId="269"/>
            <ac:picMk id="3" creationId="{ACFFCEB4-4033-2C79-F57E-9260089B51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67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813817"/>
            <a:ext cx="8649738" cy="3561124"/>
          </a:xfrm>
        </p:spPr>
        <p:txBody>
          <a:bodyPr>
            <a:normAutofit/>
          </a:bodyPr>
          <a:lstStyle/>
          <a:p>
            <a:r>
              <a:rPr lang="en-US" sz="4400" b="1" dirty="0"/>
              <a:t>Salary Prediction Using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3364992"/>
            <a:ext cx="8652788" cy="177427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MACHINE LEARNING PROJECT</a:t>
            </a: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8B56F6-E6CF-6B73-3079-97BF02C35E9F}"/>
              </a:ext>
            </a:extLst>
          </p:cNvPr>
          <p:cNvSpPr txBox="1"/>
          <p:nvPr/>
        </p:nvSpPr>
        <p:spPr>
          <a:xfrm>
            <a:off x="2322576" y="4270247"/>
            <a:ext cx="7397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: NIKHITA R PATTAR</a:t>
            </a:r>
          </a:p>
          <a:p>
            <a:r>
              <a:rPr lang="en-IN" dirty="0"/>
              <a:t>COURSE : BCA 5</a:t>
            </a:r>
            <a:r>
              <a:rPr lang="en-IN" baseline="30000" dirty="0"/>
              <a:t>TH</a:t>
            </a:r>
            <a:r>
              <a:rPr lang="en-IN" dirty="0"/>
              <a:t> SEM</a:t>
            </a:r>
          </a:p>
          <a:p>
            <a:r>
              <a:rPr lang="en-IN" dirty="0"/>
              <a:t>INSTITUTE : DIGITIAL DREAMS OF INSTUTION</a:t>
            </a:r>
          </a:p>
        </p:txBody>
      </p: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353-FD35-0B4F-D7D5-3B6FEC72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E76E-B48B-C18C-7D80-2990CE655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• Predict the salary of an employee based on years of experience</a:t>
            </a:r>
          </a:p>
          <a:p>
            <a:pPr marL="0" indent="0">
              <a:buNone/>
            </a:pPr>
            <a:r>
              <a:rPr lang="en-US" sz="3200" dirty="0"/>
              <a:t>• Use Linear Regression to model the relationship</a:t>
            </a:r>
          </a:p>
          <a:p>
            <a:pPr marL="0" indent="0">
              <a:buNone/>
            </a:pPr>
            <a:r>
              <a:rPr lang="en-US" sz="3200" dirty="0"/>
              <a:t>• Provide accurate salary estimation for HR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17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9DF5-E8CD-F0DE-6C82-0B1ED178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EE111-6420-94BB-0B45-CA71F81D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• Columns:</a:t>
            </a:r>
          </a:p>
          <a:p>
            <a:pPr marL="0" indent="0">
              <a:buNone/>
            </a:pPr>
            <a:r>
              <a:rPr lang="en-US" sz="3200" dirty="0"/>
              <a:t>  - </a:t>
            </a:r>
            <a:r>
              <a:rPr lang="en-US" sz="3200" dirty="0" err="1"/>
              <a:t>YearsExperience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- Salary</a:t>
            </a:r>
          </a:p>
          <a:p>
            <a:pPr marL="0" indent="0">
              <a:buNone/>
            </a:pPr>
            <a:r>
              <a:rPr lang="en-US" sz="3200" dirty="0"/>
              <a:t>• Simple dataset used to build regression model</a:t>
            </a:r>
          </a:p>
          <a:p>
            <a:pPr marL="0" indent="0">
              <a:buNone/>
            </a:pPr>
            <a:r>
              <a:rPr lang="en-US" sz="3200" dirty="0"/>
              <a:t>• Data split into training and testing 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39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12A1-DD34-A45F-6D34-ABCDEA4B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FCEB9-D829-19E3-8890-9ACD35012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• Data Preprocessing</a:t>
            </a:r>
          </a:p>
          <a:p>
            <a:pPr marL="0" indent="0">
              <a:buNone/>
            </a:pPr>
            <a:r>
              <a:rPr lang="en-US" sz="3600" dirty="0"/>
              <a:t>• Train–Test Split</a:t>
            </a:r>
          </a:p>
          <a:p>
            <a:pPr marL="0" indent="0">
              <a:buNone/>
            </a:pPr>
            <a:r>
              <a:rPr lang="en-US" sz="3600" dirty="0"/>
              <a:t>• Linear Regression Model</a:t>
            </a:r>
          </a:p>
          <a:p>
            <a:pPr marL="0" indent="0">
              <a:buNone/>
            </a:pPr>
            <a:r>
              <a:rPr lang="en-US" sz="3600" dirty="0"/>
              <a:t>• Evaluation using Mean Squared Error (MSE)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08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FFCEB4-4033-2C79-F57E-9260089B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766572"/>
            <a:ext cx="8383962" cy="555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2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74B3-003C-D468-1871-B7352E92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F82B-AE77-DC46-1CE9-371CC1092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• Linear Regression effectively predicts salary</a:t>
            </a:r>
          </a:p>
          <a:p>
            <a:pPr marL="0" indent="0">
              <a:buNone/>
            </a:pPr>
            <a:r>
              <a:rPr lang="en-US" sz="3600" dirty="0"/>
              <a:t>• Model shows clear positive correlation between experience and salary</a:t>
            </a:r>
          </a:p>
          <a:p>
            <a:pPr marL="0" indent="0">
              <a:buNone/>
            </a:pPr>
            <a:r>
              <a:rPr lang="en-US" sz="3600" dirty="0"/>
              <a:t>• Useful for HR analytics and salary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983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129</Words>
  <Application>Microsoft Office PowerPoint</Application>
  <PresentationFormat>Widescreen</PresentationFormat>
  <Paragraphs>25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Avenir Next LT Pro</vt:lpstr>
      <vt:lpstr>Avenir Next LT Pro Light</vt:lpstr>
      <vt:lpstr>Calibri</vt:lpstr>
      <vt:lpstr>Garamond</vt:lpstr>
      <vt:lpstr>SavonVTI</vt:lpstr>
      <vt:lpstr>Salary Prediction Using Linear Regression</vt:lpstr>
      <vt:lpstr>Problem Statement</vt:lpstr>
      <vt:lpstr>Dataset</vt:lpstr>
      <vt:lpstr>Techniques Used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Sarveshwar Santosh Hiremath</dc:creator>
  <cp:lastModifiedBy>Sarveshwar Santosh Hiremath</cp:lastModifiedBy>
  <cp:revision>1</cp:revision>
  <dcterms:created xsi:type="dcterms:W3CDTF">2025-12-05T13:06:04Z</dcterms:created>
  <dcterms:modified xsi:type="dcterms:W3CDTF">2025-12-06T14:08:15Z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